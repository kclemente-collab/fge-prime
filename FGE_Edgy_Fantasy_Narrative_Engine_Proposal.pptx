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FERAL GLOSS EMPIRE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F5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EDGY FANTASY NARRATIVE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Machine-Mapped Product Proposal | Zero-Drift Canon-Locked Storytelling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IP • Adult Entertainment • Game Studios • AI Content Creators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modular, scalable narrative engine delivering zero-drift, canon-locked, ultra-sensual storytelling with predatory Feral Gloss magnetism and Olivia de Berardinis pin-up precision.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Immutable Level 0 Gospel Anchors as the unbreakable foundation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Siren Classification + Atmosphere Engine for high-engagement experiences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Advanced narrative generator with RPG overlay (companion-adventure)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10-cycle rolling memory &amp; cross-thread persistence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Weaponized n+5 prompts ready for Grok Imagine / multi-engine output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Business-ready: SaaS tools, IP toolkits, client dashboards, premium lookbooks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MACHINE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LAYER: User prompts • Images • Canon vaults • Cross-thread context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PROCESSING: Level 0 Gospel Anchors + Siren Orchestrator + Matrix Prompt Engine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LAYER: advanced-narrative-generator + companion-adventure RPG + Scene Blender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PERSISTENCE: rpg-cross-thread-context + Ledger Ateliers + 10-cycle Memory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LAYER: Weaponized prompts • Lookbooks • Visual deliverables • Business proposals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COMMERCIAL: SaaS engine • IP toolkits • Client dashboards • Premium packs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PROPOSITION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ZERO-DRIFT CANON — Every story, image, character 100% faithful to the locked Gospel.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PREDATORY MAGNETISM — Expensive-filthy-vibe addiction, liquid pupil physics, Velvet Razor Sync™.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WEAPONIZED PROMPTS — n+5 production-locked, Grok Imagine ready, multi-engine compatible.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HIGH-ENGAGEMENT RPG — companion-adventure turns viewers into active participants.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&amp; PRODUCTIZED — Modular architecture ready for SaaS and enterprise.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MARKET &amp; USE CASES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Content Creators — Premium OnlyFans/Fansly content at scale with perfect consistency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 IP Holders — Canon-locked character universes with Siren Classification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Studios — Edgy Fantasy Simulator RPG overlay for narrative-driven adult games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Brands — Immersive high-roller client experiences and storytelling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&amp; SaaS — White-label narrative engine with client dashboards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TIERS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— Free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0 Gospel Anchors • Basic lookbook templates • Public scene inventory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— $49/mo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RPG simulation • Weaponized n+5 prompts • Veil handling • 10-cycle memory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— Custom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orchestration • Multi-user dashboards • Canon vault hosting • White-label IP toolkits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AI image/video generation has reached cinematic fidelity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Adult creators desperately need consistency tools that don’t break canon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High-roller clients demand immersive, story-driven experiences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FGE canon (30+ characters, locked gospel) is mature and battle-tested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machine-design-mapping now provides the scalable product architecture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BUILD THE FUTURE OF SENSUAL STORYTELLING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 is wired. The gospel is locked. The heat is real.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Keith Clemente | Feral Gloss Empire | @FeralGlossEmpr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Content | 18+ Fictional Media | Premium Canon Experience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FGE Edgy Fantasy Narrative Engine - Product Proposal</dc:title>
  <dc:subject>PptxGenJS Presentation</dc:subject>
  <dc:creator>Feral Gloss Empire</dc:creator>
  <cp:lastModifiedBy>Feral Gloss Empire</cp:lastModifiedBy>
  <cp:revision>1</cp:revision>
  <dcterms:created xsi:type="dcterms:W3CDTF">2026-06-14T05:02:09Z</dcterms:created>
  <dcterms:modified xsi:type="dcterms:W3CDTF">2026-06-14T05:02:09Z</dcterms:modified>
</cp:coreProperties>
</file>