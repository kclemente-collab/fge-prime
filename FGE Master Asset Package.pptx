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FERAL GLOSS EMPIRE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ASSET PACKAGE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Visual Library &amp; System Code — Compiled for Upload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A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Asset Library — 43 Source Images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050C84F8945347A09427CEA4C72DCF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3888" y="822960"/>
            <a:ext cx="85039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050C84F8945347A09427CEA4C72DCFF8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0BB6E94DA9F949809626242DEEBFCC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3888" y="822960"/>
            <a:ext cx="85039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0BB6E94DA9F949809626242DEEBFCC4D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0F6B5AAA89AF4F95939A2C5D8DF261F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3888" y="822960"/>
            <a:ext cx="85039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0F6B5AAA89AF4F95939A2C5D8DF261F7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2E4C814BE538430B98B7D6BAEB0173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2661" y="822960"/>
            <a:ext cx="4746374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2E4C814BE538430B98B7D6BAEB017339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4FBC5A9022B146929A1880A1824F1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4FBC5A9022B146929A1880A1824F1F09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5301BABCCC404B099E25E5E7913CE68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5301BABCCC404B099E25E5E7913CE68C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557FAE996B114D2E8239A2976B84499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2661" y="822960"/>
            <a:ext cx="4746374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557FAE996B114D2E8239A2976B84499B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8D52B1A7B0D04CC3B0B6CC201BDED6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3888" y="822960"/>
            <a:ext cx="85039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8D52B1A7B0D04CC3B0B6CC201BDED62A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9B5235DE01BF4EC8B08D9E52055F7F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9B5235DE01BF4EC8B08D9E52055F7FFE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B1680BA125034CBFB16155AE0CBB07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B1680BA125034CBFB16155AE0CBB0700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B6C48D5465E247AEB7BA8BB885FD95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B6C48D5465E247AEB7BA8BB885FD9581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BUILD_YOUR_CRAFT_the_next_mo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CRAFT the next move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C151338201894A5A9EDE4EE9BE9C8A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C151338201894A5A9EDE4EE9BE9C8AEF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CUSTOM_GROK_30_FERAL_GLOSS_ATELIER_ENG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3888" y="822960"/>
            <a:ext cx="85039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GROK 30 FERAL GLOSS ATELIER ENGINE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D47F31C2FCFC483BAE86D2EE3C34FF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D47F31C2FCFC483BAE86D2EE3C34FFD1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D5A76EB54D0343B3862C0F708107BA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D5A76EB54D0343B3862C0F708107BA25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E58537D3B86D4F0BA9E2020DC3E4BC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E58537D3B86D4F0BA9E2020DC3E4BCE9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F1D3FB1C8B9B4D96886A1D1AAF2583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1208" y="822960"/>
            <a:ext cx="566928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F1D3FB1C8B9B4D96886A1D1AAF2583A2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F6D6436DFC754C4682318144E3CBEA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3888" y="822960"/>
            <a:ext cx="85039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F6D6436DFC754C4682318144E3CBEAE4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FERAL_GLOSS_EMPIRE_MARKETING_SYSTEM_THE_SULTRY_ELITE_EXPENSIVE___FILTHY___VIBE__ADDI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FERAL GLOSS EMPIRE MARKETING SYSTEM THE SULTRY ELITE EXPENSIVE   FILTHY   VIBE  ADDICTION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FERAL_GLOSS_VA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FERAL GLOSS VAULT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FFA34A94B4B44AE3AB3CCDE41EB57E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FFA34A94B4B44AE3AB3CCDE41EB57E65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FFA388550FE1474592AFF90375C35B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1020" y="822960"/>
            <a:ext cx="4509655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FFA388550FE1474592AFF90375C35BAB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FROM_CHARACTER_DATA_TO_A_LEASABLE_PERSON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CHARACTER DATA TO A LEASABLE PERSONALITY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IMG_60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 6018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IMG_62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 6232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IMG_623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 6239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IMG_69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 6910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IMG_69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 6997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IMG_71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 7177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IMG_81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 8120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MODEL_N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2661" y="822960"/>
            <a:ext cx="4746374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N7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N_PROGRESSION_ROADMAP__LIVING_ARTIFACT_OS_QUADRATIC_GROWTH_TRAJECTO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PROGRESSION ROADMAP  LIVING ARTIFACT OS QUADRATIC GROWTH TRAJECTORY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43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OBSIDIAN_BEAUTY_FORGED_IN_VIOLENCE__SHARPNESS_BY_DESIGN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BEAUTY FORGED IN VIOLENCE  SHARPNESS BY DESIGN 2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43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OPENING_DOCTRINE_____The_Four_Foundations_of_the_FGE_Material_Unive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3888" y="822960"/>
            <a:ext cx="85039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DOCTRINE     The Four Foundations of the FGE Material Universe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43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PROJECT_LANG_GRAF_FULL_RECURSIVE_EXPAN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LANG GRAF FULL RECURSIVE EXPANSION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43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SEEDED_FOUN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FOUNDATION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43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THE_IRONROOT_BEHEMOT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IRONROOT BEHEMOTH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43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THE_KINTSUGI_INT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KINTSUGI INTERFACE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43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THE_KINTSUGI_INTERFACE_BROKEN__REPAIRED__STRONGER_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KINTSUGI INTERFACE BROKEN  REPAIRED  STRONGER 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43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THE_MORPHOGENESIS_PIPELINE_NYXVEIL_ECHO__ETHEREAL_MEMORYMYSTIC_VOIDFUR_SILHOUETTE_PERMANENT_ECHO_SELV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MORPHOGENESIS PIPELINE NYXVEIL ECHO  ETHEREAL MEMORYMYSTIC VOIDFUR SILHOUETTE PERMANENT ECHO SELVES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THE_MORPHOGENESIS_PIPELINE_VEILROOT_WARDEN__ANCIENT_ROOTED_GUARDIAN_REMEMBERS_EVERY_WOUND__NEVER_FORGETS_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088" y="822960"/>
            <a:ext cx="3779520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MORPHOGENESIS PIPELINE VEILROOT WARDEN  ANCIENT ROOTED GUARDIAN REMEMBERS EVERY WOUND  NEVER FORGETS 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project/ai_repair_2026060311264858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0478" y="822960"/>
            <a:ext cx="3270738" cy="5669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repair 20260603112648582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10820095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43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A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TWO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FGE MagicMirror — Source Code (React / SVG)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60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MagicMirror.jsx — Page 1 of 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60175" cy="5943600"/>
          </a:xfrm>
          <a:prstGeom prst="rect">
            <a:avLst/>
          </a:prstGeom>
          <a:solidFill>
            <a:srgbClr val="16181B"/>
          </a:solidFill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useState, useEffect, useRef } from "react";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TAU = Math.PI * 2;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palette ──────────────────────────────────────────────────────────────────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 =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obsidian: "#0a0b0d",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titanium: "#1a1c20",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chrome: "#8a9aaa",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chromeDim: "#3a4550",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pearl: "#d4e8f0",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pearlDim: "#7ba8bc",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accent: "#4dd9ff",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accentGlow: "#00aaff",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gold: "#c8a84b",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goldDim: "#6a5820",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red: "#ff4444",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green: "#44ffaa",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white: "#f0f4f8",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fog: "rgba(77,217,255,0.06)",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utility: polar → cartesian ─────────────────────────────────────────────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polar = (cx, cy, r, a) =&gt; [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 + r * Math.cos(a - Math.PI / 2),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 + r * Math.sin(a - Math.PI / 2),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data node seeds ──────────────────────────────────────────────────────────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buildNodes(count, cx, cy, rMin, rMax, seed = 1)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nodes = [];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 = seed;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rng = () =&gt; { s = (s * 1664525 + 1013904223) &amp; 0xffffffff; return (s &gt;&gt;&gt; 0) / 0xffffffff; };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count; i++)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angle = rng() * TAU;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 = rMin + rng() * (rMax - rMin);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[x, y] = polar(cx, cy, r, angle + Math.PI / 2);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type = rng() &lt; 0.15 ? "diamond" : rng() &lt; 0.5 ? "square" : "dot";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nodes.push({ x, y, r: 1 + rng() * 2.5, type, phase: rng() * TAU, speed: 0.5 + rng() * 1.5 });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nodes;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static annotation lines ──────────────────────────────────────────────────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60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MagicMirror.jsx — Page 2 of 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60175" cy="5943600"/>
          </a:xfrm>
          <a:prstGeom prst="rect">
            <a:avLst/>
          </a:prstGeom>
          <a:solidFill>
            <a:srgbClr val="16181B"/>
          </a:solidFill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ANNOTATIONS = [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x1: 200, y1: 220, x2: 130, y2: 160, label: "BIOMETRIC SCAN · ACTIVE", anchor: "end"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x1: 600, y1: 220, x2: 670, y2: 160, label: "NEURAL SIGNATURE · 97.4%", anchor: "start"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x1: 180, y1: 400, x2: 90, y2: 400, label: "KINEMATIC PROFILE · CLASS-A", anchor: "end"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x1: 620, y1: 400, x2: 710, y2: 400, label: "THREAT VECTOR · NULL", anchor: "start"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x1: 200, y1: 560, x2: 130, y2: 620, label: "METABOLIC INDEX · 0.94", anchor: "end"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x1: 600, y1: 560, x2: 670, y2: 620, label: "TEMPORAL DRIFT · +0.002ms", anchor: "start"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x1: 400, y1: 100, x2: 400, y2: 40, label: "CAPTURE MODE · NEUTRAL", anchor: "middle"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x1: 400, y1: 700, x2: 400, y2: 760, label: "CONTAINMENT STATUS · NOMINAL", anchor: "middle"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RING_DATA = [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r: 220, dash: "4 3", speed: 0.3, rev: false, label: "RING-01 · BIOMETRIC", opacity: 0.6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r: 235, dash: "1 6", speed: 0.15, rev: true, label: "RING-02 · CHROMATIC", opacity: 0.4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r: 250, dash: "8 2", speed: 0.08, rev: false, label: "RING-03 · KINEMATIC", opacity: 0.5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r: 265, dash: "2 5", speed: 0.2, rev: true, label: "RING-04 · NEURAL", opacity: 0.35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r: 285, dash: "6 4", speed: 0.05, rev: false, label: "RING-05 · TEMPORAL", opacity: 0.45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r: 310, dash: "3 3", speed: 0.12, rev: true, label: "RING-06 · QUANTUM", opacity: 0.3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r: 340, dash: "10 3",speed: 0.04, rev: false, label: "RING-07 · SPECTRAL", opacity: 0.25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tick marks per ring ──────────────────────────────────────────────────────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RingTicks({ cx, cy, r, count = 60, color, opacity = 0.5 })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Array.from({ length: count }, (_, i) =&gt;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 = (i / count) * TAU;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len = i % 5 === 0 ? 8 : 3;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[x1, y1] = polar(cx, cy, r, a + Math.PI / 2);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[x2, y2] = polar(cx, cy, r + len, a + Math.PI / 2);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&lt;line key={i} x1={x1} y1={y1} x2={x2} y2={y2} stroke={color} strokeWidth={i % 5 === 0 ? 1 : 0.5} opacity={opacity} /&gt;;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inset panel ──────────────────────────────────────────────────────────────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InsetPanel({ x, y, w, h, title, children })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 transform={`translate(${x},${y})`}&gt;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&lt;rect width={w} height={h} rx={3} fill="rgba(10,11,13,0.85)" stroke={C.chromeDim} strokeWidth={0.5}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&lt;rect width={w} height={12} rx={3} fill={C.titanium} stroke="none"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 x={4} y={9} fontSize={6} fill={C.pearlDim} fontFamily="'Courier New',monospace" letterSpacing={1}&gt;{title}&lt;/text&gt;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{children}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&lt;/g&gt;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sparkline ────────────────────────────────────────────────────────────────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Sparkline({ x, y, w, h, color, seed = 7 })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 = seed;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60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MagicMirror.jsx — Page 3 of 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60175" cy="5943600"/>
          </a:xfrm>
          <a:prstGeom prst="rect">
            <a:avLst/>
          </a:prstGeom>
          <a:solidFill>
            <a:srgbClr val="16181B"/>
          </a:solidFill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rng = () =&gt; { s = (s * 1664525 + 1013904223) &amp; 0xffffffff; return (s &gt;&gt;&gt; 0) / 0xffffffff; };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pts = Array.from({ length: 20 }, (_, i) =&gt;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px = x + (i / 19) * w;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py = y + h - rng() * h;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`${px},${py}`;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}).join(" ");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&lt;polyline points={pts} fill="none" stroke={color} strokeWidth={0.8} opacity={0.8} /&gt;;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bar graph ────────────────────────────────────────────────────────────────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BarGraph({ x, y, w, h, color, seed = 3 })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 = seed;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rng = () =&gt; { s = (s * 1664525 + 1013904223) &amp; 0xffffffff; return (s &gt;&gt;&gt; 0) / 0xffffffff; };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bars = Array.from({ length: 10 }, (_, i) =&gt;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bh = rng() * h;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&lt;rect key={i} x={x + i * (w / 10)} y={y + h - bh} width={w / 10 - 1} height={bh} fill={color} opacity={0.7} /&gt;;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&lt;&gt;{bars}&lt;/&gt;;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 main component ───────────────────────────────────────────────────────────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FGEMagicMirror()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[tick, setTick] = useState(0);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[scanLine, setScanLine] = useState(0);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[boot, setBoot] = useState(false);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[glitch, setGlitch] = useState(false);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reqRef = useRef();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startRef = useRef(null);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setTimeout(() =&gt; setBoot(true), 400);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glitchInterval = setInterval(() =&gt;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setGlitch(true);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setTimeout(() =&gt; setGlitch(false), 80);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4000);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animate = (ts) =&gt;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(!startRef.current) startRef.current = ts;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 = (ts - startRef.current) / 1000;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setTick(t);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setScanLine((t * 60) % 400);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reqRef.current = requestAnimationFrame(animate);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reqRef.current = requestAnimationFrame(animate);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() =&gt; { cancelAnimationFrame(reqRef.current); clearInterval(glitchInterval); };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CX = 400, CY = 400;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60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MagicMirror.jsx — Page 4 of 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60175" cy="5943600"/>
          </a:xfrm>
          <a:prstGeom prst="rect">
            <a:avLst/>
          </a:prstGeom>
          <a:solidFill>
            <a:srgbClr val="16181B"/>
          </a:solidFill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nodes = buildNodes(1000, CX, CY, 360, 520, 42);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style={{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background: "#050608",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minHeight: "100vh",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"flex",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alignItems: "center",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justifyContent: "center",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fontFamily: "'Courier New', monospace",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overflow: "hidden",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 "relative",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ambient vignette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style={{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 "absolute", inset: 0,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background: "radial-gradient(ellipse 70% 70% at 50% 50%, transparent 40%, #000 100%)",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pointerEvents: "none", zIndex: 10,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corner FGE insignia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{["TL","TR","BL","BR"].map(corner =&gt; (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key={corner} style={{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 "absolute",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top: corner.startsWith("T") ? 24 : "auto",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bottom: corner.startsWith("B") ? 24 : "auto",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left: corner.endsWith("L") ? 24 : "auto",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right: corner.endsWith("R") ? 24 : "auto",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fontSize: 9, letterSpacing: 3, color: C.chromeDim,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opacity: boot ? 1 : 0, transition: "opacity 1.2s",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FGE · {corner === "TL" ? "VAULT-7" : corner === "TR" ? "CLASSIFIED" : corner === "BL" ? "v2.1" : "⬡ ACTIVE"}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top status bar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style={{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 "absolute", top: 12, left: "50%", transform: "translateX(-50%)",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fontSize: 8, letterSpacing: 4, color: C.accent, opacity: boot ? 0.8 : 0,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transition: "opacity 1s", textAlign: "center",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FERAL GLOSS EMPIRE · CANON ENGINE v2.1 · MAGIC MIRROR PROTOCOL · TOP SECRET COMPARTMENTALIZED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bottom status bar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style={{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position: "absolute", bottom: 12, left: "50%", transform: "translateX(-50%)",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60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MagicMirror.jsx — Page 5 of 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60175" cy="5943600"/>
          </a:xfrm>
          <a:prstGeom prst="rect">
            <a:avLst/>
          </a:prstGeom>
          <a:solidFill>
            <a:srgbClr val="16181B"/>
          </a:solidFill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fontSize: 7, letterSpacing: 3, color: C.chromeDim, opacity: boot ? 0.6 : 0,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transition: "opacity 1.4s",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 LOOP · SIGNAL TOPOLOGY MAP · CYCLE SHAPE SIGNATURE · IREEEI LEARNING LOOP ENGAGED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main SVG canvas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&lt;svg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width={800} height={800}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viewBox="0 0 800 800"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style={{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filter: glitch ? "hue-rotate(20deg) saturate(2)" : "none",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transition: glitch ? "none" : "filter 0.1s",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opacity: boot ? 1 : 0,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 boot ? "scale(1)" : "scale(0.94)",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transition: `opacity 1.2s, transform 1.2s`,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&lt;defs&gt;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radial background glow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&lt;radialGradient id="bgGlow" cx="50%" cy="50%" r="50%"&gt;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offset="0%" stopColor="#0d1a24"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offset="60%" stopColor="#070a0d"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offset="100%" stopColor="#020304"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&lt;/radialGradient&gt;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mirror surface gradient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&lt;radialGradient id="mirrorGrad" cx="45%" cy="42%" r="55%"&gt;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offset="0%" stopColor="#1a2530"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offset="35%" stopColor="#0d1318"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offset="70%" stopColor="#070c10"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offset="100%" stopColor="#030507"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&lt;/radialGradient&gt;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mirror rim gradient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&lt;linearGradient id="rimGrad" x1="0%" y1="0%" x2="100%" y2="100%"&gt;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offset="0%" stopColor="#6a7a8a"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offset="30%" stopColor="#c8d4dc"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offset="50%" stopColor="#e8f0f4"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offset="70%" stopColor="#8090a0"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offset="100%" stopColor="#303840"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&lt;/linearGradient&gt;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outer ring glow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&lt;radialGradient id="outerGlow" cx="50%" cy="50%" r="50%"&gt;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offset="75%" stopColor="transparent"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offset="88%" stopColor="rgba(77,217,255,0.04)" /&gt;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60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MagicMirror.jsx — Page 6 of 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60175" cy="5943600"/>
          </a:xfrm>
          <a:prstGeom prst="rect">
            <a:avLst/>
          </a:prstGeom>
          <a:solidFill>
            <a:srgbClr val="16181B"/>
          </a:solidFill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offset="95%" stopColor="rgba(77,217,255,0.08)"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offset="100%" stopColor="transparent"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&lt;/radialGradient&gt;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scan line gradient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&lt;linearGradient id="scanGrad" x1="0%" y1="0%" x2="0%" y2="100%"&gt;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offset="0%" stopColor="transparent"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offset="50%" stopColor="rgba(77,217,255,0.12)"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offset="100%" stopColor="transparent"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&lt;/linearGradient&gt;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clip for mirror interior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&lt;clipPath id="mirrorClip"&gt;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&lt;circle cx={CX} cy={CY} r={198}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&lt;/clipPath&gt;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glow filter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&lt;filter id="glow" x="-50%" y="-50%" width="200%" height="200%"&gt;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&lt;feGaussianBlur stdDeviation="3" result="blur"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&lt;feMerge&gt;&lt;feMergeNode in="blur" /&gt;&lt;feMergeNode in="SourceGraphic" /&gt;&lt;/feMerge&gt;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&lt;/filter&gt;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&lt;filter id="glowStrong" x="-100%" y="-100%" width="300%" height="300%"&gt;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&lt;feGaussianBlur stdDeviation="8" result="blur"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&lt;feMerge&gt;&lt;feMergeNode in="blur" /&gt;&lt;feMergeNode in="SourceGraphic" /&gt;&lt;/feMerge&gt;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&lt;/filter&gt;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&lt;filter id="softBlur"&gt;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&lt;feGaussianBlur stdDeviation="1.5"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&lt;/filter&gt;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underglow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&lt;radialGradient id="underGlow" cx="50%" cy="85%" r="40%"&gt;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offset="0%" stopColor="rgba(77,217,255,0.15)"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&lt;stop offset="100%" stopColor="transparent"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&lt;/radialGradient&gt;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&lt;/defs&gt;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background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&lt;rect width={800} height={800} fill="url(#bgGlow)"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&lt;rect width={800} height={800} fill="url(#underGlow)"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outer ambient glow ring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&lt;circle cx={CX} cy={CY} r={380} fill="url(#outerGlow)"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── volumetric haze rings ──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{[360, 350, 338].map((r, i) =&gt; (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&lt;circle key={i} cx={CX} cy={CY} r={r}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fill="none" stroke={C.accentGlow}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60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MagicMirror.jsx — Page 7 of 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60175" cy="5943600"/>
          </a:xfrm>
          <a:prstGeom prst="rect">
            <a:avLst/>
          </a:prstGeom>
          <a:solidFill>
            <a:srgbClr val="16181B"/>
          </a:solidFill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strokeWidth={i === 0 ? 0.3 : 0.2}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opacity={0.04 + i * 0.01}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filter="url(#softBlur)"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── 1000 data nodes ──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{nodes.map((n, i) =&gt;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pulse = Math.sin(tick * n.speed + n.phase);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vis = 0.3 + pulse * 0.35;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n.type === "diamond" ? (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&lt;rect key={i}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x={n.x - n.r} y={n.y - n.r}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width={n.r * 2} height={n.r * 2}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fill={i % 7 === 0 ? C.gold : C.accent}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opacity={vis}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transform={`rotate(45,${n.x},${n.y})`}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: n.type === "square" ? (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&lt;rect key={i}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x={n.x - n.r * 0.8} y={n.y - n.r * 0.8}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width={n.r * 1.6} height={n.r * 1.6}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fill={i % 5 === 0 ? C.pearlDim : C.chromeDim}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opacity={vis * 0.8}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: (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&lt;circle key={i} cx={n.x} cy={n.y} r={n.r}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fill={i % 11 === 0 ? C.green : i % 13 === 0 ? C.gold : C.accent}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opacity={vis * 0.7}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── rotating diagnostic rings ──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{RING_DATA.map((ring, idx) =&gt;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rot = (tick * ring.speed * (ring.rev ? -1 : 1) * 360) % 360;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 key={idx} transform={`rotate(${rot},${CX},${CY})`}&gt;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&lt;circle cx={CX} cy={CY} r={ring.r}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fill="none"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stroke={idx % 2 === 0 ? C.accent : C.chrome}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strokeWidth={0.6}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strokeDasharray={ring.dash}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opacity={ring.opacity}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&lt;RingTicks cx={CX} cy={CY} r={ring.r - 6} count={idx % 2 === 0 ? 72 : 48} color={C.chrome} opacity={0.25}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&lt;/g&gt;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60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MagicMirror.jsx — Page 8 of 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60175" cy="5943600"/>
          </a:xfrm>
          <a:prstGeom prst="rect">
            <a:avLst/>
          </a:prstGeom>
          <a:solidFill>
            <a:srgbClr val="16181B"/>
          </a:solidFill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outer static precision ring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&lt;circle cx={CX} cy={CY} r={345} fill="none" stroke={C.chromeDim} strokeWidth={0.4} opacity={0.5}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&lt;circle cx={CX} cy={CY} r={348} fill="none" stroke={C.chrome} strokeWidth={0.2} opacity={0.3}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degree tick marks on outer ring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{Array.from({ length: 360 }, (_, i) =&gt;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 = (i / 360) * TAU;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len = i % 90 === 0 ? 12 : i % 30 === 0 ? 8 : i % 10 === 0 ? 5 : 2;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[x1, y1] = polar(CX, CY, 345, a + Math.PI / 2);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[x2, y2] = polar(CX, CY, 345 + len, a + Math.PI / 2);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&lt;line key={i} x1={x1} y1={y1} x2={x2} y2={y2}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stroke={C.chrome} strokeWidth={i % 30 === 0 ? 0.8 : 0.3}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opacity={i % 30 === 0 ? 0.6 : 0.2} /&gt;;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cardinal degree labels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{[0, 90, 180, 270].map(deg =&gt;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 = (deg / 360) * TAU;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[x, y] = polar(CX, CY, 365, a + Math.PI / 2);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&lt;text key={deg} x={x} y={y + 3} textAnchor="middle"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fontSize={7} fill={C.pearlDim} opacity={0.7}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fontFamily="'Courier New',monospace"&gt;{deg}°&lt;/text&gt;;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── mirror body: 3D layered rings for depth ──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{[210, 207, 204, 201].map((r, i) =&gt; (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&lt;circle key={i} cx={CX} cy={CY} r={r}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fill="none"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stroke={`rgba(${i === 0 ? "200,212,220" : i === 1 ? "130,154,170" : i === 2 ? "60,80,96" : "20,28,36"}, 1)`}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strokeWidth={i === 0 ? 2.5 : i === 1 ? 1.5 : i === 2 ? 1 : 0.5}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rim highlight (satin titanium)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&lt;circle cx={CX} cy={CY} r={204}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fill="none"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stroke="url(#rimGrad)"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strokeWidth={4}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opacity={0.9}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mirror interior fill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&lt;circle cx={CX} cy={CY} r={199} fill="url(#mirrorGrad)" /&gt;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60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MagicMirror.jsx — Page 9 of 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60175" cy="5943600"/>
          </a:xfrm>
          <a:prstGeom prst="rect">
            <a:avLst/>
          </a:prstGeom>
          <a:solidFill>
            <a:srgbClr val="16181B"/>
          </a:solidFill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── scan line sweep ──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 clipPath="url(#mirrorClip)"&gt;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&lt;rect x={CX - 199} y={CY - 199 + scanLine - 20} width={398} height={40}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fill="url(#scanGrad)" opacity={0.6}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&lt;line x1={CX - 199} y1={CY - 199 + scanLine}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x2={CX + 199} y2={CY - 199 + scanLine}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stroke={C.accent} strokeWidth={0.4} opacity={0.4}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&lt;/g&gt;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── mirror surface specular highlights ──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&lt;ellipse cx={CX - 55} cy={CY - 70} rx={40} ry={20}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fill="rgba(212,232,240,0.06)" transform={`rotate(-20,${CX - 55},${CY - 70})`}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&lt;ellipse cx={CX + 30} cy={CY - 90} rx={18} ry={8}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fill="rgba(212,232,240,0.04)" transform={`rotate(15,${CX + 30},${CY - 90})`}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── pearlescent rim light arc ──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&lt;path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d={`M ${CX - 185},${CY - 70} A 199 199 0 0 1 ${CX + 100},${CY - 175}`}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fill="none" stroke="rgba(212,232,240,0.35)" strokeWidth={2}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filter="url(#softBlur)"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── subject placeholder (120mm capture zone) ──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 clipPath="url(#mirrorClip)"&gt;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subject silhouette frame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&lt;rect x={CX - 55} y={CY - 140} width={110} height={220}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fill="rgba(77,217,255,0.03)" stroke={C.accent}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strokeWidth={0.5} strokeDasharray="3 3" opacity={0.5} rx={2}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corner brackets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{[[-55,-140],[45,-140],[-55,80],[45,80]].map(([dx,dy],i) =&gt;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xSign = dx &lt; 0 ? 1 : -1;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ySign = dy &lt; 0 ? 1 : -1;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 key={i}&gt;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&lt;line x1={CX+dx} y1={CY+dy} x2={CX+dx+xSign*12} y2={CY+dy} stroke={C.accent} strokeWidth={1} opacity={0.8}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&lt;line x1={CX+dx} y1={CY+dy} x2={CX+dx} y2={CY+dy+ySign*12} stroke={C.accent} strokeWidth={1} opacity={0.8}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&lt;/g&gt;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crosshair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&lt;line x1={CX - 10} y1={CY - 30} x2={CX + 10} y2={CY - 30} stroke={C.accent} strokeWidth={0.4} opacity={0.4}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&lt;line x1={CX} y1={CY - 40} x2={CX} y2={CY - 20} stroke={C.accent} strokeWidth={0.4} opacity={0.4}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center reticle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&lt;circle cx={CX} cy={CY - 30} r={3} fill="none" stroke={C.accent} strokeWidth={0.5} opacity={0.6} /&gt;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60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MagicMirror.jsx — Page 10 of 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60175" cy="5943600"/>
          </a:xfrm>
          <a:prstGeom prst="rect">
            <a:avLst/>
          </a:prstGeom>
          <a:solidFill>
            <a:srgbClr val="16181B"/>
          </a:solidFill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subject label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 x={CX} y={CY + 100} textAnchor="middle" fontSize={6}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fill={C.pearlDim} fontFamily="'Courier New',monospace"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letterSpacing={2} opacity={0.7}&gt;SUBJECT · NEUTRAL CAPTURE&lt;/text&gt;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&lt;/g&gt;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── inner capture ring ──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&lt;circle cx={CX} cy={CY - 30} r={120} fill="none"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stroke={C.accent} strokeWidth={0.4}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strokeDasharray="2 4" opacity={0.3}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transform={`rotate(${tick * 8},${CX},${CY - 30})`}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── FGE central emblem ──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 filter="url(#glowStrong)" opacity={0.9}&gt;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 x={CX} y={CY + 160} textAnchor="middle"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fontSize={11} fill={C.gold}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fontFamily="'Courier New',monospace"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letterSpacing={6}&gt;⬡ FGE ⬡&lt;/text&gt;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&lt;/g&gt;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 x={CX} y={CY + 174} textAnchor="middle"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fontSize={5.5} fill={C.chromeDim}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fontFamily="'Courier New',monospace"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letterSpacing={3}&gt;FERAL GLOSS EMPIRE&lt;/text&gt;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── annotation lines ──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{ANNOTATIONS.map((ann, i) =&gt;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mx = ann.anchor === "end" ? ann.x2 - 40 : ann.anchor === "start" ? ann.x2 + 40 : ann.x2;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my = ann.y2;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 key={i} opacity={0.75}&gt;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&lt;line x1={ann.x1} y1={ann.y1} x2={mx} y2={my}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stroke={C.chrome} strokeWidth={0.4} strokeDasharray="2 3"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&lt;line x1={mx} y1={my} x2={ann.x2} y2={ann.y2}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stroke={C.chrome} strokeWidth={0.4}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&lt;circle cx={ann.x1} cy={ann.y1} r={1.5} fill={C.accent} opacity={0.8}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 x={ann.x2 + (ann.anchor === "end" ? -4 : ann.anchor === "start" ? 4 : 0)}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y={ann.y2 - 3}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textAnchor={ann.anchor}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fontSize={5.5} fill={C.white}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fontFamily="'Courier New',monospace"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letterSpacing={1.5} opacity={0.85}&gt;{ann.label}&lt;/text&gt;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&lt;/g&gt;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── inset analysis panels ── */}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60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MagicMirror.jsx — Page 11 of 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60175" cy="5943600"/>
          </a:xfrm>
          <a:prstGeom prst="rect">
            <a:avLst/>
          </a:prstGeom>
          <a:solidFill>
            <a:srgbClr val="16181B"/>
          </a:solidFill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top-left: waveform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&lt;InsetPanel x={30} y={280} w={100} h={70} title="BIOMETRIC · WAVEFORM"&gt;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&lt;Sparkline x={4} y={16} w={92} h={46} color={C.accent} seed={11}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 x={4} y={68} fontSize={5} fill={C.chromeDim} fontFamily="'Courier New',monospace"&gt;FREQ: 1.44kHz · AMP: 0.97&lt;/text&gt;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&lt;/InsetPanel&gt;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top-right: bar spectrum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&lt;InsetPanel x={670} y={280} w={100} h={70} title="SPECTRAL · DENSITY"&gt;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&lt;BarGraph x={4} y={15} w={92} h={46} color={C.accentGlow} seed={23}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 x={4} y={68} fontSize={5} fill={C.chromeDim} fontFamily="'Courier New',monospace"&gt;BANDS: 10 · PEAK: 0.89&lt;/text&gt;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&lt;/InsetPanel&gt;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bottom-left: neural map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&lt;InsetPanel x={30} y={440} w={100} h={70} title="NEURAL · SIGNATURE"&gt;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&lt;Sparkline x={4} y={16} w={92} h={46} color={C.green} seed={37}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 x={4} y={68} fontSize={5} fill={C.chromeDim} fontFamily="'Courier New',monospace"&gt;INDEX: 97.4% · CLASS: ALPHA&lt;/text&gt;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&lt;/InsetPanel&gt;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bottom-right: kinematic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&lt;InsetPanel x={670} y={440} w={100} h={70} title="KINEMATIC · PROFILE"&gt;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&lt;BarGraph x={4} y={15} w={92} h={46} color={C.gold} seed={59}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 x={4} y={68} fontSize={5} fill={C.chromeDim} fontFamily="'Courier New',monospace"&gt;DOF: 26 · LATENCY: 2ms&lt;/text&gt;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&lt;/InsetPanel&gt;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top center mini panel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&lt;InsetPanel x={310} y={26} w={180} h={40} title="CAPTURE · DIAGNOSTICS"&gt;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 x={4} y={24} fontSize={5.5} fill={C.accent} fontFamily="'Courier New',monospace" letterSpacing={1}&gt;MODE: NEUTRAL · RES: 12K · FPS: 240&lt;/text&gt;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 x={4} y={34} fontSize={5.5} fill={C.chromeDim} fontFamily="'Courier New',monospace" letterSpacing={1}&gt;LENS: 85mm · APERTURE: f/1.4 · ISO: 64&lt;/text&gt;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&lt;/InsetPanel&gt;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bottom center mini panel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&lt;InsetPanel x={310} y={734} w={180} h={40} title="CONTAINMENT · STATUS"&gt;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 x={4} y={24} fontSize={5.5} fill={C.green} fontFamily="'Courier New',monospace" letterSpacing={1}&gt;SEAL: NOMINAL · BREACH: 0.00%&lt;/text&gt;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 x={4} y={34} fontSize={5.5} fill={C.chromeDim} fontFamily="'Courier New',monospace" letterSpacing={1}&gt;UPTIME: 847h · CYCLE: {(tick % 99.9).toFixed(1)}h&lt;/text&gt;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&lt;/InsetPanel&gt;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── radial quadrant labels ──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{[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a: 315, label: "SECTOR·A"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a: 45, label: "SECTOR·B"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a: 135, label: "SECTOR·C"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a: 225, label: "SECTOR·D"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].map(({ a, label }) =&gt;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[x, y] = polar(CX, CY, 328, (a / 360) * TAU + Math.PI / 2);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&lt;text key={a} x={x} y={y + 3} textAnchor="middle"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fontSize={5.5} fill={C.goldDim}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60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MagicMirror.jsx — Page 12 of 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60175" cy="5943600"/>
          </a:xfrm>
          <a:prstGeom prst="rect">
            <a:avLst/>
          </a:prstGeom>
          <a:solidFill>
            <a:srgbClr val="16181B"/>
          </a:solidFill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fontFamily="'Courier New',monospace"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letterSpacing={2} opacity={0.6}&gt;{label}&lt;/text&gt;;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── radial spoke lines ──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{[0, 45, 90, 135, 180, 225, 270, 315].map((deg, i) =&gt;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 = (deg / 360) * TAU;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[x1, y1] = polar(CX, CY, 215, a + Math.PI / 2);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[x2, y2] = polar(CX, CY, 290, a + Math.PI / 2);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&lt;line key={i} x1={x1} y1={y1} x2={x2} y2={y2}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stroke={C.chromeDim} strokeWidth={0.3}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opacity={0.3} /&gt;;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── pulsing accent dots on rim ──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{[0, 60, 120, 180, 240, 300].map((deg, i) =&gt;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 = (deg / 360) * TAU;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[x, y] = polar(CX, CY, 204, a + Math.PI / 2);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pulse = 0.5 + 0.5 * Math.sin(tick * 2 + i);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 key={i}&gt;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&lt;circle cx={x} cy={y} r={3} fill={C.accent} opacity={pulse * 0.9} filter="url(#glow)"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&lt;circle cx={x} cy={y} r={1.5} fill={C.white} opacity={pulse}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&lt;/g&gt;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── live readouts near rim ──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{[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a: 0, val: () =&gt; (98.2 + Math.sin(tick * 0.7) * 0.5).toFixed(1) + "%"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a: 60, val: () =&gt; (1.44 + Math.sin(tick * 1.1) * 0.02).toFixed(2) + "kHz"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a: 120, val: () =&gt; (0.97 + Math.sin(tick * 0.9) * 0.01).toFixed(2)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a: 180, val: () =&gt; "0.00%"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a: 240, val: () =&gt; (2 + Math.round(Math.sin(tick * 2) * 0.5)) + "ms"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a: 300, val: () =&gt; (64 + Math.round(Math.sin(tick * 0.4) * 2)) + "" },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].map(({ a, val }, i) =&gt; {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[x, y] = polar(CX, CY, 245, (a / 360) * TAU + Math.PI / 2);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&lt;text key={i} x={x} y={y + 3}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textAnchor="middle" fontSize={6}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fill={C.pearlDim} fontFamily="'Courier New',monospace"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opacity={0.65}&gt;{val()}&lt;/text&gt;;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── top header decoration ──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&lt;line x1={60} y1={20} x2={300} y2={20} stroke={C.chromeDim} strokeWidth={0.3} opacity={0.4}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&lt;line x1={500} y1={20} x2={740} y2={20} stroke={C.chromeDim} strokeWidth={0.3} opacity={0.4}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&lt;line x1={60} y1={780} x2={300} y2={780} stroke={C.chromeDim} strokeWidth={0.3} opacity={0.4} /&gt;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10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601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MagicMirror.jsx — Page 13 of 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60175" cy="5943600"/>
          </a:xfrm>
          <a:prstGeom prst="rect">
            <a:avLst/>
          </a:prstGeom>
          <a:solidFill>
            <a:srgbClr val="16181B"/>
          </a:solidFill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&lt;line x1={500} y1={780} x2={740} y2={780} stroke={C.chromeDim} strokeWidth={0.3} opacity={0.4}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── classification band ──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&lt;rect x={0} y={0} width={800} height={6} fill={C.red} opacity={0.7}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&lt;rect x={0} y={794} width={800} height={6} fill={C.red} opacity={0.7}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 x={400} y={4.5} textAnchor="middle" fontSize={4} fill={C.white}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fontFamily="'Courier New',monospace" letterSpacing={6}&gt;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TOP SECRET · COMPARTMENTALIZED · FGE INTERNAL USE ONLY ⚠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 x={400} y={799} textAnchor="middle" fontSize={4} fill={C.white}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fontFamily="'Courier New',monospace" letterSpacing={6}&gt;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UNAUTHORIZED ACCESS PROSECUTED · CANON ENGINE v2.1 · CYCLE: {Math.floor(tick)} ⚠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── underglow atmospheric streak ── */}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&lt;ellipse cx={CX} cy={CY + 220} rx={180} ry={20}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fill="rgba(77,217,255,0.07)" filter="url(#softBlur)" /&gt;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&lt;/svg&gt;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9D6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A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THREE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— Additional Project Code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A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(Paste content here in a follow-up pass)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FGE Master Asset Package</dc:title>
  <dc:subject>PptxGenJS Presentation</dc:subject>
  <dc:creator>FGE</dc:creator>
  <cp:lastModifiedBy>FGE</cp:lastModifiedBy>
  <cp:revision>1</cp:revision>
  <dcterms:created xsi:type="dcterms:W3CDTF">2026-06-19T01:35:41Z</dcterms:created>
  <dcterms:modified xsi:type="dcterms:W3CDTF">2026-06-19T01:35:41Z</dcterms:modified>
</cp:coreProperties>
</file>