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8A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MORPHIC COMPOSITION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2194560"/>
            <a:ext cx="45720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•  THE GENETICS COMPILER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8B7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 GLOSS EMPIRE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MISSING LAYER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stack was clean but incomplete.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Recombination chaos ends here.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560320"/>
          </a:xfrm>
          <a:prstGeom prst="rect">
            <a:avLst/>
          </a:prstGeom>
          <a:solidFill>
            <a:srgbClr val="1A1A1A"/>
          </a:solidFill>
          <a:ln w="12700">
            <a:solidFill>
              <a:srgbClr val="8B7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→ Regulatory Package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N+4 Signals → N+3 Execution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composition logic.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scoring.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guardrails for hybrids.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931920" cy="2560320"/>
          </a:xfrm>
          <a:prstGeom prst="rect">
            <a:avLst/>
          </a:prstGeom>
          <a:solidFill>
            <a:srgbClr val="1A1A1A"/>
          </a:solidFill>
          <a:ln w="1905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560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Registry + Composition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Matrix + Risk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Ledger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Form output feeds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N+4 → N+3 cleanly.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Canon-locked. Versioned. Safe.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Genetics Compiler — Full Wiring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447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REGISTRY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building blocks (skeletal, integument, sensory, etc.)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391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0391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traits into smart forms with rules &amp; versioning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334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MATRIX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633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combinations (Native → Forbidden)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278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227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numeric risk (Structural / Identity / Metabolic)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LEDGER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22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ancestry &amp; origin tracking for emergent forms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16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FORM OUTPUT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416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object ready for N+4 Signal Compiler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TRAIT REGISTRY — v1.0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trait_feline_skeleton_001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 •  Feline Skeletal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trait_white_fur_001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Integument  •  White Tiger Fur Pattern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trait_predatory_ocular_001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 •  Predatory Feline Ocular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trait_raven_wings_001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Appendage  •  Raven Wing Assembly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trait_shadow_silk_fur_001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Integument  •  Shadow Silk Fur (Raven Voss)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trait_kintsugi_gold_vein_001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Ornamental  •  Kintsugi Gold Repair Veining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HYBRID: morph_snow_raven_001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Tiger base + Raven wings + Shadow silk fur + Enhanced ocular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— DANGEROUS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02336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— COMPATIBLE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(within limit)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• White Tiger + Raven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Form ready for N+4 Signal Compiler. Canon-locked. Versioned. Safe to deploy.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WITH FGE STACK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face-lock (fge-facial-analysis) → Supplies facial trait rules into Trait Registry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Cluster (Siren / Ledger / Gospel) → Consumes compiled forms with zero drift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machine-design-mapping → Generates full system architecture visual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+ SOP skills → Turns engine into sellable Tier 2/3 product with manual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PRODUCT LAYER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234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Morphic Composition Engine Module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compiler + Trait Registry + Risk 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331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Packaged Product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machine map + SOP manual + licensing guide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Marketplace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individual traits or hybrid packs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DEPLOYMENT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743200" cy="1371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070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Lock CompositionState v1.0 into official State Objects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Generate machine map visual (machine-design-mapping)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871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Package as Tier 2/3 sellable product (packaging skills)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272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first real hybrid through N+4 → N+3 pipeline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1A1A1A"/>
          </a:solidFill>
          <a:ln w="6350">
            <a:solidFill>
              <a:srgbClr val="8B7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673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Begin licensing discussions with the compiled artifact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is live. The genetics of the Empire are now programmable.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MORPHIC COMPOSITION ENGINE v1.0 - Lookbook</dc:title>
  <dc:subject>The Genetics Compiler of the Feral Gloss Empire</dc:subject>
  <dc:creator>Feral Gloss Empire</dc:creator>
  <cp:lastModifiedBy>Feral Gloss Empire</cp:lastModifiedBy>
  <cp:revision>1</cp:revision>
  <dcterms:created xsi:type="dcterms:W3CDTF">2026-06-17T13:43:47Z</dcterms:created>
  <dcterms:modified xsi:type="dcterms:W3CDTF">2026-06-17T13:43:47Z</dcterms:modified>
</cp:coreProperties>
</file>