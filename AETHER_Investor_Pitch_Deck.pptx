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  <c:pt idx="7">
                    <c:v>Q4'26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1.1</c:v>
                </c:pt>
                <c:pt idx="1">
                  <c:v>1.8</c:v>
                </c:pt>
                <c:pt idx="2">
                  <c:v>2.6</c:v>
                </c:pt>
                <c:pt idx="3">
                  <c:v>4.2</c:v>
                </c:pt>
                <c:pt idx="4">
                  <c:v>5.8</c:v>
                </c:pt>
                <c:pt idx="5">
                  <c:v>8.1</c:v>
                </c:pt>
                <c:pt idx="6">
                  <c:v>11.4</c:v>
                </c:pt>
                <c:pt idx="7">
                  <c:v>16.2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 w="6350" cap="flat">
      <a:solidFill>
        <a:srgbClr val="33415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AETHER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25603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Intelligence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the Enterprise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SERIES A  • 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 / 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AI is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fundamentally broken.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77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$2.4T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lost annually to fragmented insights and incomplete decisioning across enterprise systems.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103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22860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3774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BRITTLE AUTOMATION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68%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47472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 RPA and legacy automation projects fail to deliver sustained ROI within 18 months.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21031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22860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BLACK BOX RISK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30936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auditability or causal explainability in current GenAI deployments for regulated industries.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 /  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platform.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Infinite agents.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compromise.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33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COGNITIVE FABRIC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unified knowledge graph across every enterprise system, updated continuously with causal context.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82880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933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CAUSAL REASONING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23774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Proprietary inference engine that understands why events happen — enabling true what-if simulation and proactive decisions.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3375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0215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502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SWARMS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Self-orchestrating agent collectives that plan, execute, and replan complex workflows with minimal human oversight.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33375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337560"/>
            <a:ext cx="54864" cy="13716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0215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502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GOVERNANCE LAYER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37760" y="3886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Built-in audit trails, policy enforcement, and regulatory-grade explainability from day one. SOC2 &amp; ISO ready.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0" y="182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 /  REVENUE &amp;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 traction.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Accelerating scale.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$4.2M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 (Current)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Clients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5544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 Revenue Retention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 PROJECTION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017520"/>
          <a:ext cx="5303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943600" y="3017520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 TO SCALE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0" y="3474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Targeting $50M+ ARR by end of 2027 with 82%+ gross margins.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Expansion revenue from existing Fortune 500 clients driving 65% of growth.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logo pipeline: $28M qualified.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0" y="182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 /  PROPRIETARY ADVANTAGE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Defensible by architecture.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Unmatched in production.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69748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COGNITIVE FABRIC™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Patent-pending multi-agent orchestration with native causal inference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First production system combining symbolic + neural reasoning at enterprise scale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18-month exclusive simulation environment training data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5544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554480"/>
            <a:ext cx="269748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373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&amp; LEARNING FLYWHEEL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7472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2.4M+ anonymized enterprise interaction traces from live deployments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Privacy-preserving cross-customer learning improves every agent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7472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Deep, certified integrations: SAP, Salesforce, Snowflake, ServiceNow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5544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554480"/>
            <a:ext cx="2697480" cy="45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GOVERNANCE &amp; TRUST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Built-in regulatory-grade audit trails and explainability from day one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09360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SOC 2 Type II + ISO 27001 certified; FedRAMP in progress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0936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 Enterprise sales team: 14+ yrs avg experience in regulated verticals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— Investor Pitch Deck</dc:title>
  <dc:subject>Series A Pitch Deck</dc:subject>
  <dc:creator>AETHER</dc:creator>
  <cp:lastModifiedBy>AETHER</cp:lastModifiedBy>
  <cp:revision>1</cp:revision>
  <dcterms:created xsi:type="dcterms:W3CDTF">2026-06-11T18:40:44Z</dcterms:created>
  <dcterms:modified xsi:type="dcterms:W3CDTF">2026-06-11T18:40:44Z</dcterms:modified>
</cp:coreProperties>
</file>