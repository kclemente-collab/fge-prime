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E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FGE Character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4E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 V2 Serialization Architecture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Goals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4A4E69"/>
                </a:solidFill>
              </a:rPr>
              <a:t>• Immutability (Frozen Models)
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4A4E69"/>
                </a:solidFill>
              </a:rPr>
              <a:t>• Provenance Tracking
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4A4E69"/>
                </a:solidFill>
              </a:rPr>
              <a:t>• Automated Privacy Redaction
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200" dirty="0">
                <a:solidFill>
                  <a:srgbClr val="4A4E69"/>
                </a:solidFill>
              </a:rPr>
              <a:t>• Data Integrity Checksums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2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Context-Aware Serialization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0000"/>
                </a:solidFill>
              </a:rPr>
              <a:t>Redaction Workflow: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A4E69"/>
                </a:solidFill>
              </a:rPr>
              <a:t>1. Internal: model_dump_json() -&gt; Full visibility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4A4E69"/>
                </a:solidFill>
              </a:rPr>
              <a:t>2. Buyer: model_dump_json(context={'for_buyer':True}) -&gt; Redacted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2026-07-14T19:39:59Z</dcterms:created>
  <dcterms:modified xsi:type="dcterms:W3CDTF">2026-07-14T19:39:59Z</dcterms:modified>
</cp:coreProperties>
</file>