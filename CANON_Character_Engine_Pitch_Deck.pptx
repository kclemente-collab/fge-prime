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Creators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  <c:pt idx="7">
                    <c:v>Q4'26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</c:v>
                </c:pt>
                <c:pt idx="1">
                  <c:v>320</c:v>
                </c:pt>
                <c:pt idx="2">
                  <c:v>510</c:v>
                </c:pt>
                <c:pt idx="3">
                  <c:v>780</c:v>
                </c:pt>
                <c:pt idx="4">
                  <c:v>980</c:v>
                </c:pt>
                <c:pt idx="5">
                  <c:v>1120</c:v>
                </c:pt>
                <c:pt idx="6">
                  <c:v>1240</c:v>
                </c:pt>
                <c:pt idx="7">
                  <c:v>1480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 w="6350" cap="flat">
      <a:solidFill>
        <a:srgbClr val="33415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5603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Character Intelligence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Persistent canon. Flawless consistency.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Across every model, every thread, every world.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FERAL GLOSS EMPIRE  • 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 / 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 drift destroys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creative worlds.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DRIFT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Cycle 12+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Faces, proportions, and signatures mutate. Hard-won visual identity collapses across long campaigns and multi-model workflows.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21031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945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PSYCHOLOGICAL EROSION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87%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47472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Characters lose motivation, voice, trauma responses, and relational logic. Depth evaporates in extended generative sessions.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9202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 FRAGMENTATION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Source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630936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Cross-thread contradictions, lore conflicts, and relationship drift make long-form worlds incoherent and unmanageable.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 /  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living canon.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generation. Every world.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ANCHOR SYSTEM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1000-point facial + body metrics, master anchors, and material doctrines (Pearl, Obsidian, Kintsugi, Dragon) that lock identity across models.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691640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562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PSYCH PROFILE ENGINE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2240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personality graphs, motivation maps, trauma/response models, and relational dynamics that survive every prompt and time skip.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1071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PROMPT TRANSLATION LAYER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Gospel anchors convert living character stats into perfect, model-specific prompts — no more manual engineering per generation.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2461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246120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107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CONSISTENCY &amp; HEALING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3776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drift detection, automated canon repair, and cross-thread synchronization that keeps worlds coherent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0" y="182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 /  REVENUE &amp;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Locked-in creators.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Defensible recurring revenue.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1,240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Creators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Retention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Studio Licenses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3.8x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Avg. Expansion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TRAJECTORY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01752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943600" y="301752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3474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Creator tier: $29–79/mo usage-based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Studio tier: $2.4k–12k/yr per seat + overage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switching costs once canon is locked.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effects from shared doctrine evolution.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 in 60+ production cycles of Feral Gloss Empire.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0" y="182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 /  PROPRIETARY ADVANTAGE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on 60+ cycles of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production-grade consistency.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ANCHOR SCIENCE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Proprietary 1000-point facial + body anthropometric pipeline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Master Anchor Builder proven across 60+ FGE consistency cycles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Material doctrines (Pearl/Obsidian/Kintsugi/Dragon) encoded as prompt logic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37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LIVING PSYCH + RELATIONAL GRAPH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Deep psych profiling with trauma, motivation, and response modeling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Cross-character relationship graphs that evolve and stay coherent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7472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FGE Psych Template system for interview-grade character depth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0936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Six-Agent architecture for development, ledgering, healing &amp; translation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936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Cross-thread context persistence for RPG and long-form campaigns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0936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Real-time drift detection + automated canon repair at scale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CANON — Character Intelligence Engine | Pitch Deck</dc:title>
  <dc:subject>Character Engine Pitch Deck</dc:subject>
  <dc:creator>Feral Gloss Empire</dc:creator>
  <cp:lastModifiedBy>Feral Gloss Empire</cp:lastModifiedBy>
  <cp:revision>1</cp:revision>
  <dcterms:created xsi:type="dcterms:W3CDTF">2026-06-11T18:43:10Z</dcterms:created>
  <dcterms:modified xsi:type="dcterms:W3CDTF">2026-06-11T18:43:10Z</dcterms:modified>
</cp:coreProperties>
</file>