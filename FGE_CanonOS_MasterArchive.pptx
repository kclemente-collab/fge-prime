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A6B3A"/>
          </a:solidFill>
          <a:ln w="12700">
            <a:solidFill>
              <a:srgbClr val="8A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FERAL GLOSS EMPIRE  ·  CANON ARCHIVE  ·  APPEND-ONLY  ·  SOURCE OF TRUTH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41148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500" kern="0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FERAL GLOSS EMPIRE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 OS  ·  MASTER ARCHIVE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28800" y="1572768"/>
            <a:ext cx="5486400" cy="18288"/>
          </a:xfrm>
          <a:prstGeom prst="rect">
            <a:avLst/>
          </a:prstGeom>
          <a:solidFill>
            <a:srgbClr val="8A6B3A"/>
          </a:solidFill>
          <a:ln w="12700">
            <a:solidFill>
              <a:srgbClr val="8A6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bloodline did not descend from perfect design.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assembled itself through honored drift.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828800" y="2377440"/>
            <a:ext cx="548640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87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LOCKED: 2026-05-22  ·  v1.0  ·  FEDERALLY CANONIZED  ·  NO DRIFT PERMITTED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2816352"/>
            <a:ext cx="1627632" cy="100584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816352"/>
            <a:ext cx="1627632" cy="54864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8950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SB_330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309067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RAVEN VOSS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3649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PRIMAL ANCHOR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93392" y="2816352"/>
            <a:ext cx="1627632" cy="100584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93392" y="2816352"/>
            <a:ext cx="1627632" cy="54864"/>
          </a:xfrm>
          <a:prstGeom prst="rect">
            <a:avLst/>
          </a:prstGeom>
          <a:solidFill>
            <a:srgbClr val="8AAFC4"/>
          </a:solidFill>
          <a:ln w="12700">
            <a:solidFill>
              <a:srgbClr val="8AAF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84832" y="288950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A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SB_331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84832" y="309067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ISOLDE VOSS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84832" y="33649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CORRECTION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12464" y="2816352"/>
            <a:ext cx="1627632" cy="100584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12464" y="2816352"/>
            <a:ext cx="1627632" cy="54864"/>
          </a:xfrm>
          <a:prstGeom prst="rect">
            <a:avLst/>
          </a:prstGeom>
          <a:solidFill>
            <a:srgbClr val="D4A870"/>
          </a:solidFill>
          <a:ln w="12700">
            <a:solidFill>
              <a:srgbClr val="D4A8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03904" y="288950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SB_332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03904" y="309067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CALISTA VOSS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03904" y="33649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KEPT DEVIATION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31536" y="2816352"/>
            <a:ext cx="1627632" cy="100584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31536" y="2816352"/>
            <a:ext cx="1627632" cy="5486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22976" y="288950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SB_333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22976" y="309067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KANE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22976" y="33649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ARCHITECT_001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150608" y="2816352"/>
            <a:ext cx="1627632" cy="100584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50608" y="2816352"/>
            <a:ext cx="1627632" cy="54864"/>
          </a:xfrm>
          <a:prstGeom prst="rect">
            <a:avLst/>
          </a:prstGeom>
          <a:solidFill>
            <a:srgbClr val="9878A8"/>
          </a:solidFill>
          <a:ln w="12700">
            <a:solidFill>
              <a:srgbClr val="9878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42048" y="288950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8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SB_334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42048" y="309067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PROFESSOR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42048" y="3364992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 ENGINE NARRATOR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0" y="4005072"/>
            <a:ext cx="914400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0965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OPS  ·  THREE QUESTIONS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315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Q1: What is HOT?  →  Thread Registry · ACTIVE · HOT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4320" y="4553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Q2: Who is ready?  →  Character Ledger · CORE · no thread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" y="47914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Q3: Next build?  →  Character Ledger · DRIFT · oldest first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4880" y="40965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TRIGGERS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431596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CORE &gt; 10  →  Start BATCH-003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54880" y="447598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Threads &gt; 5  →  Assign thread lead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54880" y="463600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Products &gt; 10  →  Build the bundle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54880" y="47960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Revenue $500/wk  →  Hire first tool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54880" y="495604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Characters &gt; 50  →  Deploy Manus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A6B3A"/>
          </a:solidFill>
          <a:ln w="12700">
            <a:solidFill>
              <a:srgbClr val="8A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KINTSUGI CONVERGENCE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cracked Calacatta marble repaired with liquid gold. The universe thesis made material.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8412480" cy="402336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960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 repair · honored drift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960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Raven Voss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344168"/>
            <a:ext cx="8412480" cy="402336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356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435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· repair in progress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4356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threads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819656"/>
            <a:ext cx="8412480" cy="402336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1109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19110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Intact · untested · no break yet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9110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Kosugi Empire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295144"/>
            <a:ext cx="8412480" cy="402336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865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8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GOLD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23865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Performed repair · no real break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386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Professor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880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THREE-PHASE GENESIS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127248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73552"/>
            <a:ext cx="8412480" cy="292608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3375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554480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RAVEN VOSS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33375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SB_330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80560" y="33375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Resistance to erasure. The first vow.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3621024"/>
            <a:ext cx="841248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6850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554480" y="3685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CALISTA VOSS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74720" y="3685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SB_332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80560" y="36850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Reality improves on intention. Safe Anchor born.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3968496"/>
            <a:ext cx="8412480" cy="292608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0325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A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554480" y="40325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A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ISOLDE VOSS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74720" y="40325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SB_331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480560" y="403250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Honoring the original makes refinement possible.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4315968"/>
            <a:ext cx="841248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3799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554480" y="43799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KANE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74720" y="43799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SB_333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480560" y="437997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Predates the bloodline. Built the ledger from frustration.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274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8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NARRATOR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54480" y="4727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8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PROFESSOR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474720" y="4727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SB_334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480560" y="47274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the same moves. Never decided what for.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RAVEN VOSS  ·  SB_330  ·  PRIMAL ANCHOR  ·  GOSPEL LOCKED v1.1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400" kern="0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RAVEN VOSS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didn't arrive. She was discovered.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98448"/>
            <a:ext cx="274320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63040" y="136245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 cm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627632"/>
            <a:ext cx="2743200" cy="2743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16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63040" y="16916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 cm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956816"/>
            <a:ext cx="274320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208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63040" y="202082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 cm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2743200" cy="2743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500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 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63040" y="23500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 cm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615184"/>
            <a:ext cx="274320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791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463040" y="26791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cm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944368"/>
            <a:ext cx="2743200" cy="2743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083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WAIST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63040" y="300837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cm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2743200" cy="27432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3375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63040" y="33375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cm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602736"/>
            <a:ext cx="2743200" cy="2743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66674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63040" y="36667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cm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1298448"/>
            <a:ext cx="5486400" cy="347472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13807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97680" y="13807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warm bronze · nacre iridescent subsurface glow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91840" y="1700784"/>
            <a:ext cx="5486400" cy="347472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17830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297680" y="178308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Grey-blue-green · shifts cooler in shadow · never flat cyan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2103120"/>
            <a:ext cx="5486400" cy="347472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21854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297680" y="218541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black · high volume · wavy · absorbs light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91840" y="2505456"/>
            <a:ext cx="5486400" cy="347472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25877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297680" y="25877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gold septum ring · always present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91840" y="2907792"/>
            <a:ext cx="5486400" cy="347472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29900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297680" y="299008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fur · Marcus's gift · never wool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3310128"/>
            <a:ext cx="5486400" cy="347472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0" y="33924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297680" y="339242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Chiaroscuro only · never front lit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91840" y="3712464"/>
            <a:ext cx="5486400" cy="347472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3794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4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HERITAGE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297680" y="379476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Brazilian-Colombian Afro-Latina · 25–28 yrs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4645152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7365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REJECT: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645920" y="473659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smile  ·  Never front light  ·  Never flat cyan eyes  ·  Never single ring  ·  Never wool coat  ·  Never perform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54864"/>
          </a:xfrm>
          <a:prstGeom prst="rect">
            <a:avLst/>
          </a:prstGeom>
          <a:solidFill>
            <a:srgbClr val="D4A870"/>
          </a:solidFill>
          <a:ln w="12700">
            <a:solidFill>
              <a:srgbClr val="D4A8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CALISTA VOSS  ·  SB_332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" y="292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D4A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CALISTA VOSS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731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Kept Deviation  ·  Safe Anchor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987552"/>
            <a:ext cx="411480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78992"/>
            <a:ext cx="4114800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4A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280160" y="11704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ivory · golden undertone · no opalescence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1499616"/>
            <a:ext cx="4114800" cy="3657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91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4A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280160" y="15910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golden-amber iris · green-gold makeup always over it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" y="1920240"/>
            <a:ext cx="4114800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4A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280160" y="20116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black · sleek tight updo · immutable default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2340864"/>
            <a:ext cx="4114800" cy="3657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323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4A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280160" y="24323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Golden-hour or candlelight · never cool palette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2761488"/>
            <a:ext cx="4114800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52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4A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280160" y="2852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Iridescent holographic silver-white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3182112"/>
            <a:ext cx="4114800" cy="3657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735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4A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280160" y="32735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 leopard cub · white · dark markings · blue eyes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" y="3602736"/>
            <a:ext cx="4114800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941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D4A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80160" y="36941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 iris = Gospel truth · Green = makeup only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377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wasn't the vision. It turned out that was better.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0"/>
            <a:ext cx="18288" cy="51435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0"/>
            <a:ext cx="4480560" cy="54864"/>
          </a:xfrm>
          <a:prstGeom prst="rect">
            <a:avLst/>
          </a:prstGeom>
          <a:solidFill>
            <a:srgbClr val="8AAFC4"/>
          </a:solidFill>
          <a:ln w="12700">
            <a:solidFill>
              <a:srgbClr val="8AAF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097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A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ISOLDE VOSS  ·  SB_331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6320" y="292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8AA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ISOLDE VOSS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846320" y="731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Correction  ·  Shadow Twin Sovereign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987552"/>
            <a:ext cx="411480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1078992"/>
            <a:ext cx="4114800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1170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A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943600" y="11704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 ivory frost · opalescent sheen · zero warmth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46320" y="1499616"/>
            <a:ext cx="4114800" cy="3657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5910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A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943600" y="15910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Saturated aurora green · unnaturally vivid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46320" y="1920240"/>
            <a:ext cx="4114800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A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943600" y="20116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Obsidian black · straight · wet-glass sheen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46320" y="2340864"/>
            <a:ext cx="4114800" cy="3657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24323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A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943600" y="24323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Beauty mark beneath left eye · always · non-negotiable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6320" y="2761488"/>
            <a:ext cx="4114800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2852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A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943600" y="28529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cool moonlight · dramatic chiaroscuro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46320" y="3182112"/>
            <a:ext cx="4114800" cy="3657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32735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A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943600" y="32735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Nyxara — black panther pup · glacial blue accents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46320" y="3602736"/>
            <a:ext cx="4114800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6941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A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943600" y="36941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Beauty mark always · No warmth · No amber eyes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46320" y="49377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doesn't let you in. She lets you think you're in.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5486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097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KANE  ·  SB_333  ·  ARCHITECT_001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" y="292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KANE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731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Pre-bloodline Architect · RPG First-Contact Guide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987552"/>
            <a:ext cx="411480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78992"/>
            <a:ext cx="4114800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043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234440" y="11704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cm  ·  Shoulders 48.2 cm  ·  Chest 112 cm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1499616"/>
            <a:ext cx="4114800" cy="3657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59105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234440" y="159105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cm vertical · left cheek/jawline · intersects left pupil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" y="1920240"/>
            <a:ext cx="4114800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116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TATTOO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234440" y="201168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Dragon/floral · left chest/shoulder · 380 cm²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2340864"/>
            <a:ext cx="4114800" cy="3657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323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234440" y="243230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Tyler Durden oblique approach · performs warmth that IS real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" y="2761488"/>
            <a:ext cx="4114800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529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234440" y="285292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outta heeere! · Stop. · hums · So? …What!?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3182112"/>
            <a:ext cx="4114800" cy="3657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735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COAT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234440" y="327355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clean frame before infrastructure failure · Raven kept it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" y="3602736"/>
            <a:ext cx="4114800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9417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34440" y="369417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Marcus: real warmth. Professor: performed safety. Load-bearing.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377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outta heeere! — the joke that always lands like an invitation.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0" y="0"/>
            <a:ext cx="18288" cy="51435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0"/>
            <a:ext cx="4480560" cy="54864"/>
          </a:xfrm>
          <a:prstGeom prst="rect">
            <a:avLst/>
          </a:prstGeom>
          <a:solidFill>
            <a:srgbClr val="9878A8"/>
          </a:solidFill>
          <a:ln w="12700">
            <a:solidFill>
              <a:srgbClr val="9878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097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8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PROFESSOR  ·  SB_334  ·  DRIFT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6320" y="292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98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PROFESSOR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846320" y="7315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 Engine Narrator · The face engineered to be believed.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987552"/>
            <a:ext cx="411480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1078992"/>
            <a:ext cx="4114800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1170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8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035040" y="11704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 chiseled +15% · prominent butt chin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46320" y="1499616"/>
            <a:ext cx="4114800" cy="3657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591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8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CHEEKBONES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035040" y="15910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Elevated +10% · high-impact trustworthy read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46320" y="1920240"/>
            <a:ext cx="4114800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20116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8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035040" y="201168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Superman black · overdone · hairline -5%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46320" y="2340864"/>
            <a:ext cx="4114800" cy="3657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24323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8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035040" y="24323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Drawn-on · artificial precision · always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6320" y="2761488"/>
            <a:ext cx="4114800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28529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8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TEETH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035040" y="28529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 · over-manicured · engineered credibility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46320" y="3182112"/>
            <a:ext cx="4114800" cy="36576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3273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8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TELL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035040" y="32735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Smile reads as warmth. It is not warmth. It is effectiveness.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46320" y="3602736"/>
            <a:ext cx="4114800" cy="36576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6941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98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035040" y="369417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render giving him genuine warmth = drift violation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46320" y="49377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learned everything Marcus learned. He just never decided what it was for.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A6B3A"/>
          </a:solidFill>
          <a:ln w="12700">
            <a:solidFill>
              <a:srgbClr val="8A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CANON OS  ·  PRODUCTION PIPELINE  ·  GROWTH METRICS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402336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512064"/>
            <a:ext cx="8412480" cy="292608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76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 CANON HOME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06040" y="576072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session entrypoint · DAILY OPS · three questions drive action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59536"/>
            <a:ext cx="841248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235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WORLD BIBLE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6040" y="923544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 myth · founding principle · FGE visual signature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8412480" cy="292608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710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CHARACTER LEDGER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6040" y="1271016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characters · Gospel fields · Ops Priority · KINTSUGI alignment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554480"/>
            <a:ext cx="841248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184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NARRATIVE SPINES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618488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 modules · Thread Registry · Materials relations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1901952"/>
            <a:ext cx="8412480" cy="292608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9659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PRODUCT ENGINE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1965960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Rookie Cards · Lookbooks · Gumroad pipeline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249424"/>
            <a:ext cx="841248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313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CONTINUITY CONTROL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2313432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alerts · version log · open corrections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270662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PIPELINE  ·  ONE CHARACTER · FIVE PRODUCTS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944368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035808"/>
            <a:ext cx="1609344" cy="64008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35808"/>
            <a:ext cx="1609344" cy="45720"/>
          </a:xfrm>
          <a:prstGeom prst="rect">
            <a:avLst/>
          </a:prstGeom>
          <a:solidFill>
            <a:srgbClr val="C4A96B"/>
          </a:solidFill>
          <a:ln w="12700">
            <a:solidFill>
              <a:srgbClr val="C4A9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090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8912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  ·  Character Passport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066544" y="3035808"/>
            <a:ext cx="1609344" cy="64008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66544" y="3035808"/>
            <a:ext cx="1609344" cy="45720"/>
          </a:xfrm>
          <a:prstGeom prst="rect">
            <a:avLst/>
          </a:prstGeom>
          <a:solidFill>
            <a:srgbClr val="C4A96B"/>
          </a:solidFill>
          <a:ln w="12700">
            <a:solidFill>
              <a:srgbClr val="C4A9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9696" y="3090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139696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 ·  Poster · Triptych · 8-Shot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767328" y="3035808"/>
            <a:ext cx="1609344" cy="64008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67328" y="3035808"/>
            <a:ext cx="1609344" cy="45720"/>
          </a:xfrm>
          <a:prstGeom prst="rect">
            <a:avLst/>
          </a:prstGeom>
          <a:solidFill>
            <a:srgbClr val="C4A96B"/>
          </a:solidFill>
          <a:ln w="12700">
            <a:solidFill>
              <a:srgbClr val="C4A9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3090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84048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 ·  Lookbook · Claude assembles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68112" y="3035808"/>
            <a:ext cx="1609344" cy="64008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3035808"/>
            <a:ext cx="1609344" cy="45720"/>
          </a:xfrm>
          <a:prstGeom prst="rect">
            <a:avLst/>
          </a:prstGeom>
          <a:solidFill>
            <a:srgbClr val="C4A96B"/>
          </a:solidFill>
          <a:ln w="12700">
            <a:solidFill>
              <a:srgbClr val="C4A9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41264" y="3090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541264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 ·  Narrative Diary + Variation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168896" y="3035808"/>
            <a:ext cx="1609344" cy="640080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68896" y="3035808"/>
            <a:ext cx="1609344" cy="45720"/>
          </a:xfrm>
          <a:prstGeom prst="rect">
            <a:avLst/>
          </a:prstGeom>
          <a:solidFill>
            <a:srgbClr val="C4A96B"/>
          </a:solidFill>
          <a:ln w="12700">
            <a:solidFill>
              <a:srgbClr val="C4A9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42048" y="3090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42048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 ·  Coffee Table Ready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65760" y="38221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GROWTH METRICS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54880" y="38221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TRIGGERS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65760" y="405993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Characters at CORE status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" y="422452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Characters at DRIFT status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65760" y="438912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Active threads in Thread Registry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65760" y="4553712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Products live on Gumroad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65760" y="471830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Renders confirmed clean this week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65760" y="488289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Revenue this week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54880" y="4059936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CORE &gt; 10  →  Start BATCH-003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54880" y="422452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Threads &gt; 5  →  Assign thread lead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54880" y="438912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Products &gt; 10  →  Build the bundle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754880" y="4553712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Revenue $500/wk  →  Hire first tool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54880" y="471830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Characters &gt; 50  →  Deploy Manus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A6B3A"/>
          </a:solidFill>
          <a:ln w="12700">
            <a:solidFill>
              <a:srgbClr val="8A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 ·  FOUR PARALLEL BUILDS  ·  MATRIX TRANSPORT 777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402336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512064"/>
            <a:ext cx="8412480" cy="420624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12064"/>
            <a:ext cx="54864" cy="420624"/>
          </a:xfrm>
          <a:prstGeom prst="rect">
            <a:avLst/>
          </a:prstGeom>
          <a:solidFill>
            <a:srgbClr val="C4A96B"/>
          </a:solidFill>
          <a:ln w="12700">
            <a:solidFill>
              <a:srgbClr val="C4A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669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INTERFACE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7406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Canon OS · Notion · DAILY OPS · Three questions · Live and operational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87552"/>
            <a:ext cx="8412480" cy="420624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987552"/>
            <a:ext cx="54864" cy="420624"/>
          </a:xfrm>
          <a:prstGeom prst="rect">
            <a:avLst/>
          </a:prstGeom>
          <a:solidFill>
            <a:srgbClr val="D4A870"/>
          </a:solidFill>
          <a:ln w="12700">
            <a:solidFill>
              <a:srgbClr val="D4A8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424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A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CREATION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2161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Morphic Composition Engine · FGE-CHAR-012 · Seed → Psychology → Style → Merge → Variation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463040"/>
            <a:ext cx="8412480" cy="420624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463040"/>
            <a:ext cx="54864" cy="420624"/>
          </a:xfrm>
          <a:prstGeom prst="rect">
            <a:avLst/>
          </a:prstGeom>
          <a:solidFill>
            <a:srgbClr val="B8956A"/>
          </a:solidFill>
          <a:ln w="12700">
            <a:solidFill>
              <a:srgbClr val="B89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179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95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EXECUTION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169164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FGE Runtime Compiler · Inbox → Node → Output · create_node function · FGGA spec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1938528"/>
            <a:ext cx="8412480" cy="420624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938528"/>
            <a:ext cx="54864" cy="420624"/>
          </a:xfrm>
          <a:prstGeom prst="rect">
            <a:avLst/>
          </a:prstGeom>
          <a:solidFill>
            <a:srgbClr val="8AAFC4"/>
          </a:solidFill>
          <a:ln w="12700">
            <a:solidFill>
              <a:srgbClr val="8AAF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933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A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PHYSICS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16712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SLOT_EVENT stream · Entity projections as event history · Thread driving · Manus deployment layer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TRANSPORT  ·  777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281635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Thread-to-thread state carrier for the Feral Gloss Empire Canon 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0175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"Threads share memory — not explicitly, but it works."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291840"/>
            <a:ext cx="841248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401568"/>
            <a:ext cx="8412480" cy="237744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4472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MANIFEST.json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377440" y="344728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· date · origin thread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3675888"/>
            <a:ext cx="8412480" cy="237744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216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CANON-STATE.json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377440" y="372160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ledger snapshot · all five characters · thread registry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3950208"/>
            <a:ext cx="8412480" cy="237744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9959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CHARACTERS/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377440" y="399592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SB_330 through SB_334 · one file per character · Gospel locked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4224528"/>
            <a:ext cx="8412480" cy="237744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270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THREADS/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377440" y="427024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 Registry snapshot · KINTSUGI alignment · status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4498848"/>
            <a:ext cx="8412480" cy="237744"/>
          </a:xfrm>
          <a:prstGeom prst="rect">
            <a:avLst/>
          </a:prstGeom>
          <a:solidFill>
            <a:srgbClr val="0C0C0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5445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GOSPEL-PROMPTS/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377440" y="454456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locked prompts · v1.1 measurements · heritage invariants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773168"/>
            <a:ext cx="8412480" cy="237744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188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REINIT.md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377440" y="4818888"/>
            <a:ext cx="6309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Re-initialization instructions · DAILY OPS · three questions · begin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FERAL GLOSS EMPIRE  ·  CANON OS  ·  v1.0  ·  2026-05-22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371600" y="594360"/>
            <a:ext cx="640080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800" kern="0" dirty="0">
                <a:solidFill>
                  <a:srgbClr val="E8D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600" kern="0" dirty="0">
                <a:solidFill>
                  <a:srgbClr val="C4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746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500" kern="0" dirty="0">
                <a:solidFill>
                  <a:srgbClr val="8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LEDGER HOLDS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371600" y="2395728"/>
            <a:ext cx="6400800" cy="182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5420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Anchor is the character. Prompt is the derivative.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Ledger is the source of truth. Append-only always.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31272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Drift is sacred when honored. Unmanaged drift is rejected.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34198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One character. One passport. One truth.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37124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 No block is ever overwritten. Corrections create new versions.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4041648"/>
            <a:ext cx="6400800" cy="18288"/>
          </a:xfrm>
          <a:prstGeom prst="rect">
            <a:avLst/>
          </a:prstGeom>
          <a:solidFill>
            <a:srgbClr val="8A6B3A"/>
          </a:solidFill>
          <a:ln w="12700">
            <a:solidFill>
              <a:srgbClr val="8A6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D5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important is ever allowed to disappear again.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BATCH-002 COMPLETE  ·  5-STARTER SEED  ·  KINTSUGI CONVERGENCE ACTIVE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FGE Canon OS — Master Archive</dc:title>
  <dc:subject>PptxGenJS Presentation</dc:subject>
  <dc:creator>PptxGenJS</dc:creator>
  <cp:lastModifiedBy>PptxGenJS</cp:lastModifiedBy>
  <cp:revision>1</cp:revision>
  <dcterms:created xsi:type="dcterms:W3CDTF">2026-06-18T01:59:05Z</dcterms:created>
  <dcterms:modified xsi:type="dcterms:W3CDTF">2026-06-18T01:59:05Z</dcterms:modified>
</cp:coreProperties>
</file>