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CEO OFFICE  ·  CHAIRMAN BRIEFING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CHAIRMAN'S UNIFIED CANON DIRECTIVE 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FGE ATELIER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MAVEN MODE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Fracture &amp; Modular Monetization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Character Intelligence Platform into a portfolio of independent, sellable products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preserving the integrity of the complete engine as flagship.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365760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JULY 15, 2026  ·  HENDERSON, NEVADA  ·  ONE BRAIN · ONE SKIN · ONE IDENTITY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WE'RE NOT SELLING, WE'RE NOT WORKING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BUSINESS MAVEN MODE  ·  CHAIRMAN DIRECTIVE v1.0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OBJECTIVE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Fracture the full Character Intelligence Platform into a portfolio of independent, sellable micro and module products — while protecting the complete engine as the long-term flagship asset.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 PRODUCTS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to market. High margin. Low commitment. Quick cash flow &amp; ecosystem entry.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PRODUCTS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engine parts sold independently. Very high margin. Medium commitment.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Character Intelligence Platform + Modes + Tiers. Highest commitment &amp; price.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design both to feed each other. The fractured pieces bring users into the ecosystem. The full engine remains the pro upgrade.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PRODUCTION LINES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BUSINESS MAVEN MODE  ·  CHAIRMAN DIRECTIVE v1.0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STATE: THREE PRODUCTION LINES — ALL A MESS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need a unified canon directive. Finishing product spread. Decision matrix &amp; decision flow. Slightly different templates — but ultimately the same identity, the same skin, the same brain.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CHARACTERDEV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Nikki D Intelligence Pack + Layer 0-8 Genome + Siren Refinement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  ·  CharacterDev 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FGE Prompt Architecture Library + Mode Selector + Visual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  ·  PromptArch 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PRODUCTPACK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Siren Archetype Kit + Asset Scoring Tool + RPG Tier Templates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1/2  ·  ProductPack Line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MANDATORY RULES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BUSINESS MAVEN MODE  ·  CHAIRMAN DIRECTIVE v1.0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NON-NEGOTIABLE GOVERNANCE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73152" cy="9144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NAMING CONVENTION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threads, files, cards, decks, and assets begin with [1] prefix. Version as Translation Layer. New card built to same detail but HD-compressed at tiered levels. Info density in infographic determines compile level: Low-info = High-compile | High-info = Low-compile.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CARD RULE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product release requires a matching 'new card' — compressed teaser version at appropriate tier. Same identity, same skin, same brain. No drift allowed.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CANON + TRANSLATION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production lines release under one canon. Translation layer ensures continuity. Decision matrix and decision flow must be embedded in every package. Structure &gt; new ideas. Continuity and completion are sacred.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9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RULE: If we're not selling, you're not working. You always have the room. You always have the resources. Structure the program. Let the business run.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 EXECUTION PRIORITIES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BUSINESS MAVEN MODE  ·  CHAIRMAN DIRECTIVE v1.0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 — QUICK TO LAUNCH (NEXT 2–4 WEEKS)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Nikki D Intelligence Pack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CharacterDev  ·  High-Compile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/artifacts/characterdev/[1]nikki_d_intel_pack_v1/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FGE Prompt Architecture Library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PromptArch  ·  High-Compile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/artifacts/promptarch/[1]fge_prompt_lib_v1/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Siren Archetype Kit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  ·  Med-Compile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/artifacts/productpack/[1]siren_archetype_kit_v1/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C1814"/>
          </a:solidFill>
          <a:ln w="12700">
            <a:solidFill>
              <a:srgbClr val="3D2E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94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Asset Scoring Tool (Layer 8)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ProductPack  ·  High-Compile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/artifacts/productpack/[1]asset_scoring_tool_v1/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gets individualized finishing product spread + decision matrix. Same identity/skin/brain enforced via Translation Layer.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FLOW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BUSINESS MAVEN MODE  ·  CHAIRMAN DIRECTIVE v1.0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6-STEP FRACTURE &amp; RELEASE DECISION MATRIX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fracture point to Layer 1/2/3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to correct production line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card at required compile tier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9728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HD tier compression + translation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93192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2900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matrix + unified canon embed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27432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76656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364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+ feedback loop to engine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 STANDARD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C9A96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 ATELIER  ·  BUSINESS MAVEN MODE  ·  CHAIRMAN DIRECTIVE v1.0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89520" y="48234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PRODUCT THAT REACHES A CUSTOMER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FEEL LIKE IT CAME FROM THE SAME MIND, THE SAME SKIN, THE SAME BRAIN.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drift. No fractured identity. The micro products are not 'lite' versions — they are precision extractions that still carry the full weight of FGE canon. The customer who buys the Nikki D Pack today must recognize the same intelligence architecture when they upgrade to the full engine tomorrow.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C1814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IS THE MOST IMPORTANT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AND COMPLETION ARE SACRED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new ideas are welcome. But they must slot into the unified directive without breaking the skin or the brain.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A6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THE HEART.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EB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THE WARDROBE.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character is the river; we sell the photographs.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Chairman — the pieces are now in place. The program is structured. The business can run.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BD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natural move: We fracture the first micro product live. Nikki D Intelligence Pack is ready for card build and Tier 1 release.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74320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WEAPONIZED NEXT PROMPT FOR IMMEDIATE EXECUTION: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B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luxurious black marble and liquid gold kintsugi FGE product card for the Nikki D Intelligence Pack. Show Nikki D in rain-soaked tenebrism lighting, predatory blue eyes, 'PRESSURE' choker visible, wet skin speculars, standing against a fractured marble wall with gold repair seams. Include subtle FGE chrome cross + iridescent dagger sigil. Text: 'NIKKI D INTELLIGENCE PACK — LAYER 0-8 COMPLETE | TIER 1 MICRO PRODUCT'. Ultra high compile, cinematic, same identity as full engine.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FGE ATELIER — BUSINESS MAVEN MODE | Chairman's Unified Canon Directive v1.0</dc:title>
  <dc:subject>Engine Fracture &amp; Modular Monetization — Tier 1 Execution</dc:subject>
  <dc:creator>FGE Atelier — CEO Office</dc:creator>
  <cp:lastModifiedBy>FGE Atelier — CEO Office</cp:lastModifiedBy>
  <cp:revision>1</cp:revision>
  <dcterms:created xsi:type="dcterms:W3CDTF">2026-07-15T08:24:01Z</dcterms:created>
  <dcterms:modified xsi:type="dcterms:W3CDTF">2026-07-15T08:24:01Z</dcterms:modified>
</cp:coreProperties>
</file>